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7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2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8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1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6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6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0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9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9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5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0271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80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49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39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62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91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Developer Infrastructure Guide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l"/>
            <a:r>
              <a:rPr lang="en-US" sz="5600" dirty="0"/>
              <a:t>Selected topics: Technical-                                                                                Non Technical-</a:t>
            </a:r>
          </a:p>
          <a:p>
            <a:pPr algn="l"/>
            <a:r>
              <a:rPr lang="en-US" sz="5600" dirty="0"/>
              <a:t>-Push notification                                                                                         - User  feedback tools</a:t>
            </a:r>
          </a:p>
          <a:p>
            <a:pPr algn="l"/>
            <a:r>
              <a:rPr lang="en-US" sz="5600" dirty="0"/>
              <a:t>-Email  delivery                                                                                            - Workflow automation                                                                                     </a:t>
            </a:r>
          </a:p>
          <a:p>
            <a:pPr algn="l"/>
            <a:r>
              <a:rPr lang="en-US" sz="5600" dirty="0"/>
              <a:t>-Static  site  hosting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What is it?</a:t>
            </a:r>
          </a:p>
          <a:p>
            <a:r>
              <a:t>- Small messages sent to a user’s device (phone or browser).</a:t>
            </a:r>
          </a:p>
          <a:p>
            <a:r>
              <a:t>- Works even when the app is not open.</a:t>
            </a:r>
          </a:p>
          <a:p>
            <a:r>
              <a:t>Why it's useful:</a:t>
            </a:r>
          </a:p>
          <a:p>
            <a:r>
              <a:t>- Helps apps send updates or alerts in real time.</a:t>
            </a:r>
          </a:p>
          <a:p>
            <a:r>
              <a:t>- Keeps users engaged.</a:t>
            </a:r>
          </a:p>
          <a:p>
            <a:r>
              <a:t>Real-world example:</a:t>
            </a:r>
          </a:p>
          <a:p>
            <a:r>
              <a:t>- Swiggy or Zomato sends 'Your order is out for delivery!' notifications.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What is it?</a:t>
            </a:r>
          </a:p>
          <a:p>
            <a:r>
              <a:t>- Automatic sending of emails based on user actions.</a:t>
            </a:r>
          </a:p>
          <a:p>
            <a:r>
              <a:t>- Used for welcome emails, order confirmations, password resets, etc.</a:t>
            </a:r>
          </a:p>
          <a:p>
            <a:r>
              <a:t>Why it's useful:</a:t>
            </a:r>
          </a:p>
          <a:p>
            <a:r>
              <a:t>- Saves manual work.</a:t>
            </a:r>
          </a:p>
          <a:p>
            <a:r>
              <a:t>- Builds trust and keeps users informed.</a:t>
            </a:r>
          </a:p>
          <a:p>
            <a:r>
              <a:t>Real-world example:</a:t>
            </a:r>
          </a:p>
          <a:p>
            <a:r>
              <a:t>- Flipkart sends 'Order Confirmed' or 'Track your package' emails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Site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What is it?</a:t>
            </a:r>
          </a:p>
          <a:p>
            <a:r>
              <a:t>- Hosting simple websites (HTML/CSS) that don’t change often.</a:t>
            </a:r>
          </a:p>
          <a:p>
            <a:r>
              <a:t>- No backend or database needed.</a:t>
            </a:r>
          </a:p>
          <a:p>
            <a:r>
              <a:t>Why it's useful:</a:t>
            </a:r>
          </a:p>
          <a:p>
            <a:r>
              <a:t>- Fast, secure, and cost-effective.</a:t>
            </a:r>
          </a:p>
          <a:p>
            <a:r>
              <a:t>Real-world example:</a:t>
            </a:r>
          </a:p>
          <a:p>
            <a:r>
              <a:t>- Personal portfolio or blog hosted on Netlify or GitHub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Feedback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What is it?</a:t>
            </a:r>
          </a:p>
          <a:p>
            <a:r>
              <a:t>- Tools that collect user opinions about an app or website.</a:t>
            </a:r>
          </a:p>
          <a:p>
            <a:r>
              <a:t>Why it's useful:</a:t>
            </a:r>
          </a:p>
          <a:p>
            <a:r>
              <a:t>- Helps teams understand user experience and improve products.</a:t>
            </a:r>
          </a:p>
          <a:p>
            <a:r>
              <a:t>Real-world example:</a:t>
            </a:r>
          </a:p>
          <a:p>
            <a:r>
              <a:t>- 'Was this helpful?' popups or 5-star ratings after a Zoom meeting or online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- Automates regular tasks using software tools.</a:t>
            </a:r>
          </a:p>
          <a:p>
            <a:r>
              <a:t>Why it's useful:</a:t>
            </a:r>
          </a:p>
          <a:p>
            <a:r>
              <a:t>- Saves time and reduces human errors.</a:t>
            </a:r>
          </a:p>
          <a:p>
            <a:r>
              <a:t>Real-world example:</a:t>
            </a:r>
          </a:p>
          <a:p>
            <a:r>
              <a:t>- Automatically sending welcome emails or creating tasks from form submissions using Zapier.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These tools are essential in real-world software development.</a:t>
            </a:r>
          </a:p>
          <a:p>
            <a:r>
              <a:rPr dirty="0"/>
              <a:t>I understood how they work and how companies use them in daily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2A2487A-23D9-763F-8366-B64D55F2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Thank </a:t>
            </a:r>
            <a:r>
              <a:rPr lang="en-US" dirty="0"/>
              <a:t>you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8FAAE-4A46-B11D-C2CA-1E288C62D20D}"/>
              </a:ext>
            </a:extLst>
          </p:cNvPr>
          <p:cNvSpPr txBox="1"/>
          <p:nvPr/>
        </p:nvSpPr>
        <p:spPr>
          <a:xfrm>
            <a:off x="6120581" y="5039034"/>
            <a:ext cx="302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Dharshini  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33</TotalTime>
  <Words>345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Rockwell</vt:lpstr>
      <vt:lpstr>Wingdings</vt:lpstr>
      <vt:lpstr>Damask</vt:lpstr>
      <vt:lpstr>Developer Infrastructure Guide </vt:lpstr>
      <vt:lpstr>Push Notifications</vt:lpstr>
      <vt:lpstr>Email Delivery</vt:lpstr>
      <vt:lpstr>Static Site Hosting</vt:lpstr>
      <vt:lpstr>User Feedback Tools</vt:lpstr>
      <vt:lpstr>Workflow Automation</vt:lpstr>
      <vt:lpstr>Conclusion</vt:lpstr>
      <vt:lpstr>     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Amritha J</cp:lastModifiedBy>
  <cp:revision>3</cp:revision>
  <dcterms:created xsi:type="dcterms:W3CDTF">2013-01-27T09:14:16Z</dcterms:created>
  <dcterms:modified xsi:type="dcterms:W3CDTF">2025-07-13T18:16:56Z</dcterms:modified>
  <cp:category/>
</cp:coreProperties>
</file>